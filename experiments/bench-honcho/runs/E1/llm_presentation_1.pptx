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097280"/>
            <a:ext cx="6400800" cy="256032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45920" y="137160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Opportunities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Local LLMs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28800" y="3200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powerful models on your own hardware — cost, privacy, and independence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reimagined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Local LLM Landscape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market context driving local inference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$28.4B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local LLM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2028 (placeholder estimate)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5ms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7472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inference latency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consumer GPUs (placeholder)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737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0936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stays on-device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data-residency compliant (placeholder)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0" cy="155448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204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CHART: Local LLM adoption forecast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by region — insert quantitative data ]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Opportunities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52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Privacy-First Inference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sensitive data without sending it to ...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52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&amp; Edge Computing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models on-device in disconnected environm...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892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Optimization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per-token API costs at scale. A sin...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892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Fine-Tuning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models on proprietary datasets. Domain-...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532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Sovereignty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788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your stack end-to-end — no vendor loc...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46888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2532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&amp; Governance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788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data residency requirements (HIPAA, GDPR...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Forecasts &amp; Quantitative Evaluation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298448"/>
            <a:ext cx="8193024" cy="274320"/>
          </a:xfrm>
          <a:prstGeom prst="rect">
            <a:avLst/>
          </a:prstGeom>
          <a:solidFill>
            <a:srgbClr val="1C7293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138160" cy="1005840"/>
        </p:xfrm>
        <a:graphic>
          <a:graphicData uri="http://schemas.openxmlformats.org/drawingml/2006/table">
            <a:tbl>
              <a:tblPr/>
              <a:tblGrid>
                <a:gridCol w="2926080"/>
                <a:gridCol w="1417320"/>
                <a:gridCol w="1417320"/>
                <a:gridCol w="1417320"/>
                <a:gridCol w="141732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CAGR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Quality (benchmark score)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78-82%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88-91%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+15%/yr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/ 1M tokens (inference)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adoption 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+82%/yr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Open-weight model output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+77%/yr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NaN" marR="NaN" marT="NaN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BAR CHART: Cost comparison — cloud API vs. local deployment across 1B/10B/70B models ]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Criteria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352044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5387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Perplexity &amp; Benchmarking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0" y="353872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quality gains from 4-bit quantization vs. full-precision — expected gap under 2% by 2026.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93192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9502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Throughput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00400" y="395020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per second per GPU at varying batch sizes. Target: &gt;500 tok/s for 7B models on consumer hardware.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34340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3616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Cost of Ownership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00400" y="436168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amortization over 3 years vs. recurring API costs at projected usage volumes.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9144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window for adopting local LLMs is opening now — and the competitive advantage will go to those who act early.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685800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1214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212140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API spend — local inference is already cheaper for most workloads &gt; 1M tokens/day.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2743200"/>
            <a:ext cx="685800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7614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11680" y="276148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POCs on hardware you already own — Llama 3.2, Gemma 3, Qwen 2.5 all shine on consumer GPUs.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3383280"/>
            <a:ext cx="685800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34015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11680" y="34015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domain-specific models — fine-tuning on proprietary data is the moat that cloud APIs can't match.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4023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Opportunities for Local LLMs</dc:title>
  <dc:subject>PptxGenJS Presentation</dc:subject>
  <dc:creator>Yuki</dc:creator>
  <cp:lastModifiedBy>Yuki</cp:lastModifiedBy>
  <cp:revision>1</cp:revision>
  <dcterms:created xsi:type="dcterms:W3CDTF">2026-04-21T09:02:33Z</dcterms:created>
  <dcterms:modified xsi:type="dcterms:W3CDTF">2026-04-21T09:02:33Z</dcterms:modified>
</cp:coreProperties>
</file>