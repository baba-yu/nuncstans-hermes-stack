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Opportunities for</a:t>
            </a:r>
            <a:endParaRPr lang="en-US" sz="4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Deployment Model for Enterprise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|  Privacy-First  |  Edge Intelligence  |  Cost Control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0" y="1097280"/>
            <a:ext cx="1097280" cy="1097280"/>
          </a:xfrm>
          <a:prstGeom prst="rect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69480" y="1234440"/>
            <a:ext cx="1005840" cy="1005840"/>
          </a:xfrm>
          <a:prstGeom prst="rect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06640" y="1371600"/>
            <a:ext cx="914400" cy="914400"/>
          </a:xfrm>
          <a:prstGeom prst="rect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543800" y="1508760"/>
            <a:ext cx="822960" cy="822960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49149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Landscape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forecasts for local and edge AI infrastructure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393192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AI Market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$24.91B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$118.69B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(2033)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343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~23.8% CAGR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55448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554480"/>
            <a:ext cx="393192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783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Broader LLM Market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0640" y="22402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$10.97B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12064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(2026)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34747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$32.5B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120640" y="4023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(2030)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4343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~24.3% CAGR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754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Market figures are preliminary estimates. Insert [CONFIDENTIAL_DATA] to replace placeholder values before distribution.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49149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Hybrid Deployment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93192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/ EDGE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1947672"/>
            <a:ext cx="137160" cy="137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docs Q&amp;A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295144"/>
            <a:ext cx="137160" cy="137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221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copilots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642616"/>
            <a:ext cx="137160" cy="137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5694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assistance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2990088"/>
            <a:ext cx="137160" cy="137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9169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/ retail edge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337560"/>
            <a:ext cx="137160" cy="137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2644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systems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840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  |  Data control  |  Offline ready  |  Easy customization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09728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097280"/>
            <a:ext cx="393192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1280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API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120640" y="1947672"/>
            <a:ext cx="137160" cy="137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reasoning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120640" y="2295144"/>
            <a:ext cx="137160" cy="137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2221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Large-context tasks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120640" y="2642616"/>
            <a:ext cx="137160" cy="137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0" y="25694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models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120640" y="2990088"/>
            <a:ext cx="137160" cy="137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0" y="29169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innovation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120640" y="3337560"/>
            <a:ext cx="137160" cy="137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32644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intelligence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3840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models for hard tasks  |  No infra overhead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51760" y="2377440"/>
            <a:ext cx="36576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260604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&lt;=&gt;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4480560"/>
            <a:ext cx="8412480" cy="411480"/>
          </a:xfrm>
          <a:prstGeom prst="rect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5079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safest strategy: not "local vs. cloud" but "where each fits best." Keep a hybrid path.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63840" y="49149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Use Cases for Local LLMs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organizations get immediate operational value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39319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Sensitive Document Q&amp;A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docs, HR records, legal contracts stay on-prem.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leaves the organization.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83480" y="13716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371600"/>
            <a:ext cx="3931920" cy="45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1554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Copilots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2011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generation, documentation, and workflow automation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corporate repositories.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54680"/>
            <a:ext cx="39319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37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Factory &amp; Retail Edge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inference on the shop floor and store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shelves. Offline operation where connectivity is unreliable.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83480" y="31546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83480" y="3154680"/>
            <a:ext cx="3931920" cy="45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3337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Knowledge Systems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57800" y="37947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Retrieve-augmented generation with corporate knowledge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bases. Real-time query on internal data.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0" y="49149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 and how to scale your local LLM investment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2296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91640"/>
            <a:ext cx="640080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3736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Think Big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37360" y="20116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high-value use cases: tasks with sensitive data,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workflows, and measurable ROI. Prove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before broader rollout.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82296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926080"/>
            <a:ext cx="64008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37360" y="2834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&amp; Mid Models First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37360" y="32461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small or mid-sized open models (Llama, Mistral,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Qwen, Gemma). They run well on consumer GPUs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handle most enterprise tasks efficiently.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82296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160520"/>
            <a:ext cx="640080" cy="594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605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37360" y="4069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a Hybrid Path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37360" y="44805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large cloud models available for harder tasks.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strategy is not "either/or" but "both, where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fit best."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434840"/>
            <a:ext cx="4572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988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safest recommendation: Start narrow, prove ROI, then scale."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63840" y="49149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Opportunities for Local LLMs</dc:title>
  <dc:subject>PptxGenJS Presentation</dc:subject>
  <dc:creator>Yuki</dc:creator>
  <cp:lastModifiedBy>Yuki</cp:lastModifiedBy>
  <cp:revision>1</cp:revision>
  <dcterms:created xsi:type="dcterms:W3CDTF">2026-04-21T18:17:01Z</dcterms:created>
  <dcterms:modified xsi:type="dcterms:W3CDTF">2026-04-21T18:17:01Z</dcterms:modified>
</cp:coreProperties>
</file>