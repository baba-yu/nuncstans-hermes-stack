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Opportunities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Local LLMs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Architecture Is the Real Story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Drivers, Deployment Patterns, and Market Outlook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Yuki  |  April 2026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Infrastructure  |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Thesis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"hybrid," not "local replaces cloud."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Local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document Q&amp;A — data stays on premise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copilots tuned to tools &amp; vocabulary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assistance on private repos — zero leakage risk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floor &amp; retail edge — offline, low latency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pipelines (PHI, financial, government data)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0972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Stays Cloud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54880" y="1554480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Frontier-tier reasoning on complex tasks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overflow beyond on-prem capacity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frontier updates without hardware refresh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tasks with no data restrictions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research &amp; creative work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44568" y="1097280"/>
            <a:ext cx="0" cy="32004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840480"/>
            <a:ext cx="5486400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Principle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43891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data close to where’s it is generated — governed by compliance requirements."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0" y="4663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Infrastructure  |  www.holisticinfocompany.com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Patterns &amp; Hardware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188720"/>
            <a:ext cx="2606040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188720"/>
            <a:ext cx="26060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 / 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7B–13B params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1762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VRAM: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8–16 GB (quantized)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6151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GGUF / 4-bit Q4_K_M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0540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Real-time (&lt;100ms)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493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RAG, copilots, code assist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606040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188720"/>
            <a:ext cx="2606040" cy="411480"/>
          </a:xfrm>
          <a:prstGeom prst="rect">
            <a:avLst/>
          </a:prstGeom>
          <a:solidFill>
            <a:srgbClr val="0B1137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Server-Class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17373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30B–70B params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21762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2x A100 80GB or 4x RTX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26151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FP16 / INT8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0540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vLLM, TGI, TRL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493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Knowledge bases, batch RAG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188720"/>
            <a:ext cx="2606040" cy="31089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172200" y="1188720"/>
            <a:ext cx="2606040" cy="4114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Bridge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17373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Frontier (100B+)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17627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GPT-4, Claude, Gemini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26151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Per-token, API gateway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305409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Capability ceiling + burst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5080" y="3493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Route by data sensitivity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4-bit quantization shrinks a 7B model from ~28 GB to ~4 GB — fitting on consumer-class GPUs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4663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Infrastructure  |  www.holisticinfocompany.com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822960"/>
          </a:xfrm>
          <a:prstGeom prst="rect">
            <a:avLst/>
          </a:prstGeom>
          <a:solidFill>
            <a:srgbClr val="0B113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approach with measurable ROI at every step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13716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97280"/>
            <a:ext cx="2560320" cy="3017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Narrow, Aim High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05840" y="1627632"/>
            <a:ext cx="15544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tasks with sensitive data (PHI, IP, proprietary docs)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repeated internal workflows with clear ROI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boil-the-ocean — start with a single use case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2560320" cy="3017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7764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Selection: Small First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0" y="1627632"/>
            <a:ext cx="15544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17830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7B–13B open models (Llama 3, Mistral, Qwen)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 to 4-bit for workstation compatibility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30B+ only after proof of concept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560320" cy="3017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123444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Cloud Bridge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0" y="1627632"/>
            <a:ext cx="155448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7830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frontier cloud models for complex tasks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routing gateway (sensitive → local, general → cloud)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hybrid to avoid vendor lock-in on either side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0" y="466344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Infrastructure  |  www.holisticinfocompany.com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Outlook &amp; Forecasts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infrastructure rides the edge AI wave  \|  Data sovereignty drives adoption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2560320"/>
          </a:xfrm>
          <a:prstGeom prst="rect">
            <a:avLst/>
          </a:prstGeom>
          <a:solidFill>
            <a:srgbClr val="1A2856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3749040"/>
            <a:ext cx="393192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Market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/ Placeholder: Insert growth curve]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$24.91B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246120"/>
            <a:ext cx="1188720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$118.69B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2033  (source: [insert source])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3931920" cy="2560320"/>
          </a:xfrm>
          <a:prstGeom prst="rect">
            <a:avLst/>
          </a:prstGeom>
          <a:solidFill>
            <a:srgbClr val="1A2856"/>
          </a:solidFill>
          <a:ln/>
        </p:spPr>
      </p:sp>
      <p:sp>
        <p:nvSpPr>
          <p:cNvPr id="15" name="Shape 13"/>
          <p:cNvSpPr/>
          <p:nvPr/>
        </p:nvSpPr>
        <p:spPr>
          <a:xfrm>
            <a:off x="4754880" y="3749040"/>
            <a:ext cx="3931920" cy="2286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LLM Market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18745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[Chart / Placeholder: Insert growth curve]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$10.97B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3246120"/>
            <a:ext cx="1188720" cy="0"/>
          </a:xfrm>
          <a:prstGeom prst="line">
            <a:avLst/>
          </a:prstGeom>
          <a:noFill/>
          <a:ln w="19050">
            <a:solidFill>
              <a:srgbClr val="8899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3337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$32.5B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361188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2030  (source: [insert source])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879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Local LLMs are an infrastructure play — not a standalone product.   They enable enterprises to meet governance requirements today while keeping a cloud bridge for tasks that demand frontier capability.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846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Infrastructure  |  www.holisticinfocompany.com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Opportunities for Local LLMs</dc:title>
  <dc:subject>PptxGenJS Presentation</dc:subject>
  <dc:creator>Yuki</dc:creator>
  <cp:lastModifiedBy>Yuki</cp:lastModifiedBy>
  <cp:revision>1</cp:revision>
  <dcterms:created xsi:type="dcterms:W3CDTF">2026-04-21T20:10:26Z</dcterms:created>
  <dcterms:modified xsi:type="dcterms:W3CDTF">2026-04-21T20:10:26Z</dcterms:modified>
</cp:coreProperties>
</file>