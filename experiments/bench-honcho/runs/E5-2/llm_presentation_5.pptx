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1463040"/>
            <a:ext cx="9144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367% growth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Opportunities for Local LLMs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deployment is the real enterprise pattern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64008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8404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market as proxy: $24.91B → $118.69B by 2033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Market: Hybrid is the Emerging Default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Market (proxy)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→ 2033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$24.91B → $118.69B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market data source citation]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1371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LLM 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→ 2030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$10.97B → $32.5B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2212848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market data source citation]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drivers behind the shift: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32461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9748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39136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constraints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32461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9136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predictability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23760" y="32461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Autonomy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86600" y="39136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5C379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fuzzy boundary means no single category captures the full market — use edge AI growth as the practical proxy for local LLM adoption.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Local Fits: Operational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5623560" y="111556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62356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0698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Document Q&amp;A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retrieval over internal docs. No data leaves the premises.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5029200" cy="5943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8308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623560" y="184708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1801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AI Copilots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0574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legal, finance workflows on private knowledge bases.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1460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5623560" y="257860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25328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Restricted-network code review and completion. No cloud egress.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502920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46120"/>
            <a:ext cx="73152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23560" y="3310128"/>
            <a:ext cx="365760" cy="36576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2644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Workflows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520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floor, retail — offline-first where connectivity is unreliable.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5029200" cy="5943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97764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Shape 28"/>
          <p:cNvSpPr/>
          <p:nvPr/>
        </p:nvSpPr>
        <p:spPr>
          <a:xfrm>
            <a:off x="5623560" y="404164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562356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39959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Systems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42519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corpora retrieval. Vector search + local generation.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1051560"/>
            <a:ext cx="2743200" cy="3840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Local Wins Here: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3504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 stays on-prem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Sub-second response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API egress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Full model control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350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Works offline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Now: The Enabling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2918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Quantization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Preserves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GGUF Q4/Q5 formats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GPTQ + AWQ compression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779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Sub-4-bit with minimal quality loss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651760" cy="32918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05156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Llama 3.x, Phi-4, Gemma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Mistral, Qwen families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779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13B-34B in real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051560"/>
            <a:ext cx="2651760" cy="3291840"/>
          </a:xfrm>
          <a:prstGeom prst="rect">
            <a:avLst/>
          </a:prstGeom>
          <a:solidFill>
            <a:srgbClr val="451A03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051560"/>
            <a:ext cx="26517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Hardware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RTX 5080 16GB as example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datacenter required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779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Fits any office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reality: 13B params on RTX 5080 (16GB) → operational with GGUF + llama.cpp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82803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Billion-parameter models run in real time on commodity hardware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 for Enterprises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777240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777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6858000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097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 — Pick a high-value use case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Sensitive / regulated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Repeated internal workflows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Measurable ROI potential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777240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31720"/>
            <a:ext cx="777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371600" y="2331720"/>
            <a:ext cx="6858000" cy="10515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Small — Don't over-engineer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6974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 small or mid open models first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Scale up only when needed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154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Avoid premature optimization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777240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11880"/>
            <a:ext cx="777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71600" y="3611880"/>
            <a:ext cx="6858000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3657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In Hybrid — Cloud + local, not cloud vs local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9776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Local handles 80% fit cases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4206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Cloud for complex/hard tasks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4348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Route intelligently between layers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5C37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365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8C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"Local doesn't replace cloud — it handles the work cloud shouldn't touch."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Opportunities for Local LLMs</dc:title>
  <dc:subject>PptxGenJS Presentation</dc:subject>
  <dc:creator>Yuki</dc:creator>
  <cp:lastModifiedBy>Yuki</cp:lastModifiedBy>
  <cp:revision>1</cp:revision>
  <dcterms:created xsi:type="dcterms:W3CDTF">2026-04-21T22:37:27Z</dcterms:created>
  <dcterms:modified xsi:type="dcterms:W3CDTF">2026-04-21T22:37:27Z</dcterms:modified>
</cp:coreProperties>
</file>