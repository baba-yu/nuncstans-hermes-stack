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114800"/>
            <a:ext cx="1371600" cy="137160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463040"/>
            <a:ext cx="2286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691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Opportunities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Local LLMs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371600" y="352044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 • Enterprise Adoption • Privacy-First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4434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Strategy Brief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56032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43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Pressure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laws (GDPR, AI Act) push workloads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off-cloud. Enterprises cannot risk PII leaving their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0" y="1097280"/>
            <a:ext cx="73152" cy="100584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43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Cost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inference costs exceed $10M/year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high-traffic apps. Local models cut API expenses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60-80% with sub-100ms inference.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73152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Maturity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(Llama, Mistral, Qwen) now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or beat proprietary models at equal scale.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reaches near-identical accuracy.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37744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2377440"/>
            <a:ext cx="73152" cy="100584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Access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834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GPUs (RTX 4090, MacBook M-series)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7-13B models natively. Edge NPUs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on-device inference.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046720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886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2926080" y="39776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plan to deploy local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within 2 years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9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[Placeholder — insert industry survey/gartner report data]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8404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1645920"/>
          </a:xfrm>
          <a:prstGeom prst="rect">
            <a:avLst/>
          </a:prstGeom>
          <a:solidFill>
            <a:srgbClr val="15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chatbots running privately.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internal knowledge bases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leakage. Handles 80% of tier-1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inquiries without cloud dependency.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3840480" cy="1645920"/>
          </a:xfrm>
          <a:prstGeom prst="rect">
            <a:avLst/>
          </a:prstGeom>
          <a:solidFill>
            <a:srgbClr val="15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coding assistants with proprietary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context. No code leaves your network.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95+ languages via Mixture-of-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routing.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840480" cy="1645920"/>
          </a:xfrm>
          <a:prstGeom prst="rect">
            <a:avLst/>
          </a:prstGeom>
          <a:solidFill>
            <a:srgbClr val="15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ANALYSIS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summarization and extraction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healthcare, and financial documents.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Compliance-grade privacy for regulated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3840480" cy="1645920"/>
          </a:xfrm>
          <a:prstGeom prst="rect">
            <a:avLst/>
          </a:prstGeom>
          <a:solidFill>
            <a:srgbClr val="15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IOT DEPLOYMENT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3520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in manufacturing, retail,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field service. Works offline, low power,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real-time. 3B quantized models fit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NPUs.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777240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FORECAST &amp; ECONOMICS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046720" cy="8229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2028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0F2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3.2x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4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cloud avg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94360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API usage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8160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0F2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13816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4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 months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47548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377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 PLACEHOLDER]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vs. Cloud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Growth (2024-2029)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297680"/>
            <a:ext cx="4114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606040"/>
            <a:ext cx="0" cy="16916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297680"/>
            <a:ext cx="640080" cy="-18288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4114800"/>
            <a:ext cx="731520" cy="-64008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474720"/>
            <a:ext cx="731520" cy="-54864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2926080"/>
            <a:ext cx="731520" cy="-54864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2377440"/>
            <a:ext cx="1280160" cy="-9144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5448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4904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33832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214884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148840"/>
            <a:ext cx="73152" cy="9144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-60%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84632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reduction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GPU cloud farms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20040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3200400"/>
            <a:ext cx="73152" cy="9144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-80%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84632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Per-inference cost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first deployment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425196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4251960"/>
            <a:ext cx="73152" cy="9144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46320" y="4389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A+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846320" y="4892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SCORE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4434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/ HIPAA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default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9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[Placeholder — insert market research data from Gartner / McKinsey / IDC]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OUTLOOK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We Go From Here?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8046720" cy="777240"/>
          </a:xfrm>
          <a:prstGeom prst="rect">
            <a:avLst/>
          </a:prstGeom>
          <a:solidFill>
            <a:srgbClr val="15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02996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Foundation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286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with 7B parameter models 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GPUs. Validate accuracy vs. cost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before enterprise rollout.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046720" cy="777240"/>
          </a:xfrm>
          <a:prstGeom prst="rect">
            <a:avLst/>
          </a:prstGeom>
          <a:solidFill>
            <a:srgbClr val="15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986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862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cloud for research/new tasks;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for production workloads. Use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function-calling to route dynamically.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046720" cy="777240"/>
          </a:xfrm>
          <a:prstGeom prst="rect">
            <a:avLst/>
          </a:prstGeom>
          <a:solidFill>
            <a:srgbClr val="15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7673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3730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Fine-Tuning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adapters deliver 3-5x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over generic models. Invest 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proprietary training data.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8046720" cy="777240"/>
          </a:xfrm>
          <a:prstGeom prst="rect">
            <a:avLst/>
          </a:prstGeom>
          <a:solidFill>
            <a:srgbClr val="152A3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6360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4599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Hardware Stack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892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NPUs, custom AI accelerators, and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frameworks will unlock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efficiency gains by 2028.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8046720" cy="457200"/>
          </a:xfrm>
          <a:prstGeom prst="rect">
            <a:avLst/>
          </a:prstGeom>
          <a:solidFill>
            <a:srgbClr val="028090">
              <a:alpha val="5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46227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LLMs are no longer experimental — they are enterprise-ready. The window to build competitive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through on-device intelligence is open now.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Opportunities for Local LLMs</dc:title>
  <dc:subject>PptxGenJS Presentation</dc:subject>
  <dc:creator>Yuki</dc:creator>
  <cp:lastModifiedBy>Yuki</cp:lastModifiedBy>
  <cp:revision>1</cp:revision>
  <dcterms:created xsi:type="dcterms:W3CDTF">2026-04-21T11:26:21Z</dcterms:created>
  <dcterms:modified xsi:type="dcterms:W3CDTF">2026-04-21T11:26:21Z</dcterms:modified>
</cp:coreProperties>
</file>